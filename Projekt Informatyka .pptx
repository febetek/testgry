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Montserrat"/>
      <p:regular r:id="rId36"/>
      <p:bold r:id="rId37"/>
      <p:italic r:id="rId38"/>
      <p:boldItalic r:id="rId39"/>
    </p:embeddedFont>
    <p:embeddedFont>
      <p:font typeface="Lat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regular.fntdata"/><Relationship Id="rId20" Type="http://schemas.openxmlformats.org/officeDocument/2006/relationships/slide" Target="slides/slide15.xml"/><Relationship Id="rId42" Type="http://schemas.openxmlformats.org/officeDocument/2006/relationships/font" Target="fonts/Lato-italic.fntdata"/><Relationship Id="rId41" Type="http://schemas.openxmlformats.org/officeDocument/2006/relationships/font" Target="fonts/Lato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Lato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Montserrat-bold.fntdata"/><Relationship Id="rId14" Type="http://schemas.openxmlformats.org/officeDocument/2006/relationships/slide" Target="slides/slide9.xml"/><Relationship Id="rId36" Type="http://schemas.openxmlformats.org/officeDocument/2006/relationships/font" Target="fonts/Montserrat-regular.fntdata"/><Relationship Id="rId17" Type="http://schemas.openxmlformats.org/officeDocument/2006/relationships/slide" Target="slides/slide12.xml"/><Relationship Id="rId39" Type="http://schemas.openxmlformats.org/officeDocument/2006/relationships/font" Target="fonts/Montserrat-bold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93c2bbc71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93c2bbc71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82dc00603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82dc00603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93c2bbc7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93c2bbc7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93c2bbc7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93c2bbc7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93c2bbc71_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93c2bbc71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93c2bbc71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93c2bbc71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93c2bbc71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93c2bbc71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93c2bbc71_5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93c2bbc71_5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93c2bbc71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93c2bbc71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93c2bbc71_5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93c2bbc71_5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93c2bbc71_5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b93c2bbc71_5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93c2bbc71_5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b93c2bbc71_5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93c2bbc71_5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b93c2bbc71_5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93c2bbc71_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b93c2bbc71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93c2bbc71_5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b93c2bbc71_5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b93c2bbc7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b93c2bbc7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82dc00603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b82dc00603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b93c2bbc71_2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b93c2bbc71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b93c2bbc71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b93c2bbc71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93c2bbc71_2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b93c2bbc71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82dc00603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b82dc00603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b93c2bbc7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b93c2bbc7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93c2bbc7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b93c2bbc7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b93c2bbc7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b93c2bbc7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b93c2bbc7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b93c2bbc7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93c2bbc71_2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b93c2bbc71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93c2bbc7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b93c2bbc7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82dc00603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b82dc00603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82dc00603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b82dc00603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1.png"/><Relationship Id="rId4" Type="http://schemas.openxmlformats.org/officeDocument/2006/relationships/image" Target="../media/image1.png"/><Relationship Id="rId9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9.png"/><Relationship Id="rId7" Type="http://schemas.openxmlformats.org/officeDocument/2006/relationships/image" Target="../media/image10.png"/><Relationship Id="rId8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7.png"/><Relationship Id="rId9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17.png"/><Relationship Id="rId8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45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14.png"/><Relationship Id="rId6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5.png"/><Relationship Id="rId6" Type="http://schemas.openxmlformats.org/officeDocument/2006/relationships/image" Target="../media/image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Relationship Id="rId4" Type="http://schemas.openxmlformats.org/officeDocument/2006/relationships/image" Target="../media/image47.png"/><Relationship Id="rId5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Relationship Id="rId4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Relationship Id="rId4" Type="http://schemas.openxmlformats.org/officeDocument/2006/relationships/image" Target="../media/image43.png"/><Relationship Id="rId5" Type="http://schemas.openxmlformats.org/officeDocument/2006/relationships/image" Target="../media/image5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8.png"/><Relationship Id="rId4" Type="http://schemas.openxmlformats.org/officeDocument/2006/relationships/image" Target="../media/image39.png"/><Relationship Id="rId5" Type="http://schemas.openxmlformats.org/officeDocument/2006/relationships/image" Target="../media/image4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4.png"/><Relationship Id="rId4" Type="http://schemas.openxmlformats.org/officeDocument/2006/relationships/image" Target="../media/image6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drive.google.com/file/d/1cGpN4p30QhxYjy2KMMZuVzdOEY7lcSBP/view" TargetMode="External"/><Relationship Id="rId4" Type="http://schemas.openxmlformats.org/officeDocument/2006/relationships/image" Target="../media/image6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5.png"/><Relationship Id="rId4" Type="http://schemas.openxmlformats.org/officeDocument/2006/relationships/image" Target="../media/image60.png"/><Relationship Id="rId5" Type="http://schemas.openxmlformats.org/officeDocument/2006/relationships/image" Target="../media/image5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drive.google.com/file/d/17C3H7TkKwiVtHtkKiUkrIumu3l5_35Ap/view" TargetMode="External"/><Relationship Id="rId4" Type="http://schemas.openxmlformats.org/officeDocument/2006/relationships/image" Target="../media/image5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2.png"/><Relationship Id="rId4" Type="http://schemas.openxmlformats.org/officeDocument/2006/relationships/image" Target="../media/image4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8.png"/><Relationship Id="rId4" Type="http://schemas.openxmlformats.org/officeDocument/2006/relationships/image" Target="../media/image53.png"/><Relationship Id="rId9" Type="http://schemas.openxmlformats.org/officeDocument/2006/relationships/image" Target="../media/image63.png"/><Relationship Id="rId5" Type="http://schemas.openxmlformats.org/officeDocument/2006/relationships/image" Target="../media/image56.png"/><Relationship Id="rId6" Type="http://schemas.openxmlformats.org/officeDocument/2006/relationships/image" Target="../media/image59.png"/><Relationship Id="rId7" Type="http://schemas.openxmlformats.org/officeDocument/2006/relationships/image" Target="../media/image57.png"/><Relationship Id="rId8" Type="http://schemas.openxmlformats.org/officeDocument/2006/relationships/image" Target="../media/image6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Prezentacja projektu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413125" y="3991800"/>
            <a:ext cx="3470700" cy="8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Przemysław Jach                        ITE sem1 Gr.2</a:t>
            </a:r>
            <a:br>
              <a:rPr lang="pl"/>
            </a:br>
            <a:r>
              <a:rPr lang="pl"/>
              <a:t>Michał Imiołek                            21.01.2026</a:t>
            </a:r>
            <a:br>
              <a:rPr lang="pl"/>
            </a:br>
            <a:r>
              <a:rPr lang="pl"/>
              <a:t>Jan Kowalik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052550" y="311450"/>
            <a:ext cx="7038900" cy="23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800"/>
              <a:t>Tytuł: AGH Survival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800"/>
              <a:t>Platformowa gra 2D typu Survival Roguelite</a:t>
            </a:r>
            <a:endParaRPr sz="2800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052550" y="1732050"/>
            <a:ext cx="7038900" cy="12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Opis: Gra inspirowana jest grą Vampire Survivors, lecz jest osadzona w realiach studencki AGH. Zamiast standardowego poruszania się w 4 kierunki, jak w Vampire Survivors, gracz porusza się jedynie w lewo i prawo z dodatkowym skokiem. Postać atakuje automatycznie, gracz skupia się na unikach i pozycjonowaniu.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872625" y="3096325"/>
            <a:ext cx="40137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Wykorzystane narzędzia:</a:t>
            </a:r>
            <a:endParaRPr sz="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1122625" y="3770175"/>
            <a:ext cx="4063500" cy="11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C++/SFML 3.0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Gimp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4886325" y="3104125"/>
            <a:ext cx="35337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Ilość użytych assetów: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4886325" y="3770175"/>
            <a:ext cx="4186800" cy="10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Sprite (pliki .png nie animowane): 12 plików + 1 plik .ico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Animacje (pliki .png animowane): 18 plików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Dźwięki: 19 plików (2 pliki .ogg i 17 plików .wav)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3355"/>
              <a:t>Ogólny cel gry, jej działanie i cele gracza</a:t>
            </a:r>
            <a:r>
              <a:rPr lang="pl"/>
              <a:t>:</a:t>
            </a:r>
            <a:endParaRPr/>
          </a:p>
        </p:txBody>
      </p:sp>
      <p:sp>
        <p:nvSpPr>
          <p:cNvPr id="151" name="Google Shape;151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Celem gry jest: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" sz="1800"/>
              <a:t>zbieranie exp, który wypada z przeciwników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" sz="1800"/>
              <a:t>levelowanie postaci aby ulepszać bronie i pasywne umiejętności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" sz="1800"/>
              <a:t>może też wybrać nowa broń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Gra działa do momentu śmierci gracza. Nacierają na niego wrogowie i boss których musi pokonać gracz. Gracz przy nowym lvlu wybiera jedna z 3 kart z ulepszeniem lub nową bronią.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16" title="Zrzut ekranu 2026-01-20 1746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71"/>
            <a:ext cx="9144001" cy="5141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17" title="Zrzut ekranu 2026-01-20 1747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3760"/>
            <a:ext cx="9143998" cy="401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906"/>
            <a:ext cx="9144000" cy="5119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>
            <p:ph type="title"/>
          </p:nvPr>
        </p:nvSpPr>
        <p:spPr>
          <a:xfrm>
            <a:off x="922475" y="1647525"/>
            <a:ext cx="2617800" cy="27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Ogólny zarys kodu gry:</a:t>
            </a:r>
            <a:endParaRPr/>
          </a:p>
        </p:txBody>
      </p:sp>
      <p:sp>
        <p:nvSpPr>
          <p:cNvPr id="178" name="Google Shape;178;p19"/>
          <p:cNvSpPr txBox="1"/>
          <p:nvPr>
            <p:ph idx="1" type="body"/>
          </p:nvPr>
        </p:nvSpPr>
        <p:spPr>
          <a:xfrm>
            <a:off x="3008950" y="257225"/>
            <a:ext cx="6187500" cy="43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pl" sz="720"/>
              <a:t>(</a:t>
            </a:r>
            <a:r>
              <a:rPr lang="pl" sz="720"/>
              <a:t>definiowanie</a:t>
            </a:r>
            <a:r>
              <a:rPr lang="pl" sz="720"/>
              <a:t> struktur, funkcji i wektorów) </a:t>
            </a:r>
            <a:endParaRPr sz="72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pl" sz="720"/>
              <a:t>int main()</a:t>
            </a:r>
            <a:br>
              <a:rPr lang="pl" sz="720"/>
            </a:br>
            <a:r>
              <a:rPr lang="pl" sz="720"/>
              <a:t>(załadowanie z pliku wszystkich animacji, sprite i dźwięków do gry i zdefiniowanie wszystkich buttonów w menu i w settingsach)</a:t>
            </a:r>
            <a:endParaRPr sz="720"/>
          </a:p>
          <a:p>
            <a:pPr indent="45720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pl" sz="720"/>
              <a:t>while (window.isOpen()) </a:t>
            </a:r>
            <a:endParaRPr sz="72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pl" sz="720"/>
              <a:t>		while (window.isOpen() &amp;&amp; inMainMenu)</a:t>
            </a:r>
            <a:br>
              <a:rPr lang="pl" sz="720"/>
            </a:br>
            <a:r>
              <a:rPr lang="pl" sz="720"/>
              <a:t>			(main menu z ustawieniami)</a:t>
            </a:r>
            <a:endParaRPr sz="72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pl" sz="720"/>
              <a:t>		while (window.isOpen() &amp;&amp; !gameStarted)</a:t>
            </a:r>
            <a:br>
              <a:rPr lang="pl" sz="720"/>
            </a:br>
            <a:r>
              <a:rPr lang="pl" sz="720"/>
              <a:t>			(pętla wyboru broni)</a:t>
            </a:r>
            <a:endParaRPr sz="72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pl" sz="720"/>
              <a:t>		while (window.isOpen() &amp;&amp; gameStarted)</a:t>
            </a:r>
            <a:br>
              <a:rPr lang="pl" sz="720"/>
            </a:br>
            <a:r>
              <a:rPr lang="pl" sz="720"/>
              <a:t>			(główna pętla gry)</a:t>
            </a:r>
            <a:endParaRPr sz="72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pl" sz="720"/>
              <a:t>			if (isGameOver</a:t>
            </a:r>
            <a:r>
              <a:rPr lang="pl" sz="720"/>
              <a:t>)</a:t>
            </a:r>
            <a:br>
              <a:rPr lang="pl" sz="720"/>
            </a:br>
            <a:r>
              <a:rPr lang="pl" sz="720"/>
              <a:t>				</a:t>
            </a:r>
            <a:r>
              <a:rPr lang="pl" sz="720"/>
              <a:t>(jeśli gracz umarł to )</a:t>
            </a:r>
            <a:endParaRPr sz="720"/>
          </a:p>
          <a:p>
            <a:pPr indent="45720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pl" sz="720"/>
              <a:t>			while (window.isOpen() &amp;&amp; !gameStarted)</a:t>
            </a:r>
            <a:br>
              <a:rPr lang="pl" sz="720"/>
            </a:br>
            <a:r>
              <a:rPr lang="pl" sz="720"/>
              <a:t>					(powrót do menu wyboru broni) </a:t>
            </a:r>
            <a:endParaRPr sz="720"/>
          </a:p>
          <a:p>
            <a:pPr indent="45720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pl" sz="720"/>
              <a:t>		else if (isLevelUp)</a:t>
            </a:r>
            <a:br>
              <a:rPr lang="pl" sz="720"/>
            </a:br>
            <a:r>
              <a:rPr lang="pl" sz="720"/>
              <a:t>				(jesli gracz zlevelował)</a:t>
            </a:r>
            <a:endParaRPr sz="720"/>
          </a:p>
          <a:p>
            <a:pPr indent="45720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pl" sz="720"/>
              <a:t>		else if (isPaused) </a:t>
            </a:r>
            <a:br>
              <a:rPr lang="pl" sz="720"/>
            </a:br>
            <a:r>
              <a:rPr lang="pl" sz="720"/>
              <a:t>				(jeśli gracz kliknął ESC przechodzi do ekranu pauzy)</a:t>
            </a:r>
            <a:endParaRPr sz="720"/>
          </a:p>
          <a:p>
            <a:pPr indent="45720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rPr lang="pl" sz="720"/>
              <a:t>		else if (!isPaused) {</a:t>
            </a:r>
            <a:br>
              <a:rPr lang="pl" sz="720"/>
            </a:br>
            <a:r>
              <a:rPr lang="pl" sz="720"/>
              <a:t>				Cały zarys gameplayu: 1.Ruch 2.Spawnowanie przeciwników 3.Bronie(strzelanie, kolizje i animacje)</a:t>
            </a:r>
            <a:br>
              <a:rPr lang="pl" sz="720"/>
            </a:br>
            <a:r>
              <a:rPr lang="pl" sz="720"/>
              <a:t>				4.Ruch wrogów 5.Kulki EXP 6.Animacje(Portal, Piorun, Szalik, wrogowie: szczur, ogrona, egzamin i boss)</a:t>
            </a:r>
            <a:br>
              <a:rPr lang="pl" sz="720"/>
            </a:br>
            <a:r>
              <a:rPr lang="pl" sz="720"/>
              <a:t>				7.Rysowanie wszystkiego na ekranie</a:t>
            </a:r>
            <a:endParaRPr sz="10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type="title"/>
          </p:nvPr>
        </p:nvSpPr>
        <p:spPr>
          <a:xfrm>
            <a:off x="1297500" y="393750"/>
            <a:ext cx="7038900" cy="5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Menu ustawień (zarys kodu)</a:t>
            </a:r>
            <a:endParaRPr/>
          </a:p>
        </p:txBody>
      </p:sp>
      <p:sp>
        <p:nvSpPr>
          <p:cNvPr id="184" name="Google Shape;184;p20"/>
          <p:cNvSpPr txBox="1"/>
          <p:nvPr>
            <p:ph idx="1" type="body"/>
          </p:nvPr>
        </p:nvSpPr>
        <p:spPr>
          <a:xfrm>
            <a:off x="1155450" y="862600"/>
            <a:ext cx="6797400" cy="39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/</a:t>
            </a:r>
            <a:r>
              <a:rPr lang="pl" sz="1883"/>
              <a:t>/ --- Menu ustawień ---</a:t>
            </a:r>
            <a:br>
              <a:rPr lang="pl" sz="1883"/>
            </a:br>
            <a:r>
              <a:rPr lang="pl" sz="1883"/>
              <a:t>if (menuSettings.getGlobalBounds().contains(mousePos)) </a:t>
            </a:r>
            <a:br>
              <a:rPr lang="pl" sz="1883"/>
            </a:br>
            <a:r>
              <a:rPr lang="pl" sz="1883"/>
              <a:t>{</a:t>
            </a:r>
            <a:br>
              <a:rPr lang="pl" sz="1883"/>
            </a:br>
            <a:r>
              <a:rPr lang="pl" sz="1883"/>
              <a:t>	clickSound.play();</a:t>
            </a:r>
            <a:br>
              <a:rPr lang="pl" sz="1883"/>
            </a:br>
            <a:r>
              <a:rPr lang="pl" sz="1883"/>
              <a:t>	bool inSettings = true</a:t>
            </a:r>
            <a:br>
              <a:rPr lang="pl" sz="1883"/>
            </a:br>
            <a:br>
              <a:rPr lang="pl" sz="1883"/>
            </a:br>
            <a:r>
              <a:rPr lang="pl" sz="1883"/>
              <a:t>	// --- W ustawieniach —</a:t>
            </a:r>
            <a:br>
              <a:rPr lang="pl" sz="1883"/>
            </a:br>
            <a:r>
              <a:rPr lang="pl" sz="1883"/>
              <a:t>	while (window.isOpen() &amp;&amp; inSettings)</a:t>
            </a:r>
            <a:br>
              <a:rPr lang="pl" sz="1883"/>
            </a:br>
            <a:r>
              <a:rPr lang="pl" sz="1883"/>
              <a:t>	{</a:t>
            </a:r>
            <a:br>
              <a:rPr lang="pl" sz="1883"/>
            </a:br>
            <a:r>
              <a:rPr lang="pl" sz="1883"/>
              <a:t>		sf::Vector2f mousePos = (sf::Vector2f)sf::Mouse::getPosition(window);   // aktualizacja pozycji myszki</a:t>
            </a:r>
            <a:br>
              <a:rPr lang="pl" sz="1883"/>
            </a:br>
            <a:r>
              <a:rPr lang="pl" sz="1883"/>
              <a:t>		</a:t>
            </a:r>
            <a:br>
              <a:rPr lang="pl" sz="1883"/>
            </a:br>
            <a:r>
              <a:rPr lang="pl" sz="1883"/>
              <a:t>		if (event-&gt;is&lt;Event::Closed&gt;())</a:t>
            </a:r>
            <a:br>
              <a:rPr lang="pl" sz="1883"/>
            </a:br>
            <a:r>
              <a:rPr lang="pl" sz="1883"/>
              <a:t>		{</a:t>
            </a:r>
            <a:br>
              <a:rPr lang="pl" sz="1883"/>
            </a:br>
            <a:r>
              <a:rPr lang="pl" sz="1883"/>
              <a:t>		clickSound.play();</a:t>
            </a:r>
            <a:br>
              <a:rPr lang="pl" sz="1883"/>
            </a:br>
            <a:r>
              <a:rPr lang="pl" sz="1883"/>
              <a:t>		inSettings = false;</a:t>
            </a:r>
            <a:br>
              <a:rPr lang="pl" sz="1883"/>
            </a:br>
            <a:r>
              <a:rPr lang="pl" sz="1883"/>
              <a:t>		}</a:t>
            </a:r>
            <a:br>
              <a:rPr lang="pl" sz="1883"/>
            </a:br>
            <a:r>
              <a:rPr lang="pl" sz="1883"/>
              <a:t>		else if (const auto* mouseBtn = event-&gt;getIf&lt;Event::MouseButtonPressed&gt;())</a:t>
            </a:r>
            <a:br>
              <a:rPr lang="pl" sz="1883"/>
            </a:br>
            <a:r>
              <a:rPr lang="pl" sz="1883"/>
              <a:t>		{</a:t>
            </a:r>
            <a:br>
              <a:rPr lang="pl" sz="1883"/>
            </a:br>
            <a:r>
              <a:rPr lang="pl" sz="1883"/>
              <a:t>			if (mouseBtn-&gt;button == Mouse::Button::Left)</a:t>
            </a:r>
            <a:br>
              <a:rPr lang="pl" sz="1883"/>
            </a:br>
            <a:r>
              <a:rPr lang="pl" sz="1883"/>
              <a:t>			{</a:t>
            </a:r>
            <a:br>
              <a:rPr lang="pl" sz="1883"/>
            </a:br>
            <a:r>
              <a:rPr lang="pl" sz="1883"/>
              <a:t>			// kliknięcie PRZYPISYWANIE KLAWISZY</a:t>
            </a:r>
            <a:br>
              <a:rPr lang="pl" sz="1883"/>
            </a:br>
            <a:r>
              <a:rPr lang="pl" sz="1883"/>
              <a:t>			if (keyBindings.getGlobalBounds().contains(mousePos))</a:t>
            </a:r>
            <a:br>
              <a:rPr lang="pl" sz="1883"/>
            </a:br>
            <a:r>
              <a:rPr lang="pl" sz="1883"/>
              <a:t>			{</a:t>
            </a:r>
            <a:br>
              <a:rPr lang="pl" sz="1883"/>
            </a:br>
            <a:r>
              <a:rPr lang="pl" sz="1883"/>
              <a:t>				ustawienia - przypisywanie klawiszy</a:t>
            </a:r>
            <a:br>
              <a:rPr lang="pl" sz="1883"/>
            </a:br>
            <a:r>
              <a:rPr lang="pl" sz="1883"/>
              <a:t>			}</a:t>
            </a:r>
            <a:br>
              <a:rPr lang="pl" sz="1883"/>
            </a:br>
            <a:r>
              <a:rPr lang="pl" sz="1883"/>
              <a:t>			// kliknięcie DŹWIĘK</a:t>
            </a:r>
            <a:br>
              <a:rPr lang="pl" sz="1883"/>
            </a:br>
            <a:r>
              <a:rPr lang="pl" sz="1883"/>
              <a:t>			if (volumeSettings.getGlobalBounds().contains(mousePos))</a:t>
            </a:r>
            <a:br>
              <a:rPr lang="pl" sz="1883"/>
            </a:br>
            <a:r>
              <a:rPr lang="pl" sz="1883"/>
              <a:t>			{</a:t>
            </a:r>
            <a:br>
              <a:rPr lang="pl" sz="1883"/>
            </a:br>
            <a:r>
              <a:rPr lang="pl" sz="1883"/>
              <a:t>				ustawienia dźwięku</a:t>
            </a:r>
            <a:br>
              <a:rPr lang="pl" sz="1883"/>
            </a:br>
            <a:r>
              <a:rPr lang="pl" sz="1883"/>
              <a:t>			}</a:t>
            </a:r>
            <a:br>
              <a:rPr lang="pl" sz="1883"/>
            </a:br>
            <a:r>
              <a:rPr lang="pl" sz="1883"/>
              <a:t>			// kliknięcie GRAFIKA</a:t>
            </a:r>
            <a:br>
              <a:rPr lang="pl" sz="1883"/>
            </a:br>
            <a:r>
              <a:rPr lang="pl" sz="1883"/>
              <a:t>			if (graphicsSettings.getGlobalBounds().contains(mousePos))</a:t>
            </a:r>
            <a:br>
              <a:rPr lang="pl" sz="1883"/>
            </a:br>
            <a:r>
              <a:rPr lang="pl" sz="1883"/>
              <a:t>			{</a:t>
            </a:r>
            <a:br>
              <a:rPr lang="pl" sz="1883"/>
            </a:br>
            <a:r>
              <a:rPr lang="pl" sz="1883"/>
              <a:t>				ustawienia grafiki</a:t>
            </a:r>
            <a:br>
              <a:rPr lang="pl" sz="1883"/>
            </a:br>
            <a:r>
              <a:rPr lang="pl" sz="1883"/>
              <a:t>			}</a:t>
            </a:r>
            <a:br>
              <a:rPr lang="pl" sz="1883"/>
            </a:br>
            <a:r>
              <a:rPr lang="pl" sz="1883"/>
              <a:t>			</a:t>
            </a:r>
            <a:br>
              <a:rPr lang="pl" sz="1883"/>
            </a:br>
            <a:r>
              <a:rPr lang="pl" sz="1883"/>
              <a:t>			możliwość trybów: pełnoekranowego/trybu okienkowy pod F11, wyjście z ustawień za pomocą myszki, najechanie myszką i zmienienie koloru napisu</a:t>
            </a:r>
            <a:br>
              <a:rPr lang="pl" sz="1883"/>
            </a:br>
            <a:r>
              <a:rPr lang="pl" sz="1883"/>
              <a:t>}</a:t>
            </a:r>
            <a:endParaRPr sz="1883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Menu ustawień - wynik  </a:t>
            </a:r>
            <a:endParaRPr/>
          </a:p>
        </p:txBody>
      </p:sp>
      <p:pic>
        <p:nvPicPr>
          <p:cNvPr id="190" name="Google Shape;19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6550" y="1071088"/>
            <a:ext cx="3567700" cy="327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9251" y="942500"/>
            <a:ext cx="3185304" cy="353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type="title"/>
          </p:nvPr>
        </p:nvSpPr>
        <p:spPr>
          <a:xfrm>
            <a:off x="1219975" y="96850"/>
            <a:ext cx="7038900" cy="5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Przypisywanie klawiszy (kod) - funkcja</a:t>
            </a:r>
            <a:endParaRPr/>
          </a:p>
        </p:txBody>
      </p:sp>
      <p:pic>
        <p:nvPicPr>
          <p:cNvPr id="197" name="Google Shape;19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5350" y="596650"/>
            <a:ext cx="4452949" cy="15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50" y="596650"/>
            <a:ext cx="260985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300" y="3055550"/>
            <a:ext cx="4688750" cy="1904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55350" y="2225900"/>
            <a:ext cx="22955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43825" y="880038"/>
            <a:ext cx="1831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37325" y="3245925"/>
            <a:ext cx="3750424" cy="166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09650" y="2225900"/>
            <a:ext cx="3750425" cy="63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"/>
          <p:cNvSpPr txBox="1"/>
          <p:nvPr>
            <p:ph type="title"/>
          </p:nvPr>
        </p:nvSpPr>
        <p:spPr>
          <a:xfrm>
            <a:off x="1289025" y="130625"/>
            <a:ext cx="7038900" cy="5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Przypisywanie klawiszy - ustawienia (kod)</a:t>
            </a:r>
            <a:endParaRPr/>
          </a:p>
        </p:txBody>
      </p:sp>
      <p:pic>
        <p:nvPicPr>
          <p:cNvPr id="209" name="Google Shape;20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75" y="644650"/>
            <a:ext cx="3581275" cy="237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0000" y="644650"/>
            <a:ext cx="4219625" cy="2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463" y="3089500"/>
            <a:ext cx="2455750" cy="197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94473" y="3335625"/>
            <a:ext cx="4105300" cy="84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94475" y="4233494"/>
            <a:ext cx="4105300" cy="256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94472" y="4542241"/>
            <a:ext cx="4105300" cy="238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94475" y="4839937"/>
            <a:ext cx="4105301" cy="23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Przypisywanie klawiszy - wynik</a:t>
            </a:r>
            <a:endParaRPr/>
          </a:p>
        </p:txBody>
      </p:sp>
      <p:pic>
        <p:nvPicPr>
          <p:cNvPr id="221" name="Google Shape;22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2906875"/>
            <a:ext cx="1714900" cy="214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6525" y="891575"/>
            <a:ext cx="3734060" cy="18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100" y="891575"/>
            <a:ext cx="3349627" cy="182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91600" y="2775975"/>
            <a:ext cx="4048975" cy="2274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Dźwięk ustawienia (kod)</a:t>
            </a:r>
            <a:endParaRPr/>
          </a:p>
        </p:txBody>
      </p:sp>
      <p:pic>
        <p:nvPicPr>
          <p:cNvPr id="230" name="Google Shape;2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225" y="1045925"/>
            <a:ext cx="3498400" cy="152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5025" y="2166300"/>
            <a:ext cx="5086576" cy="2428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225" y="2687050"/>
            <a:ext cx="3467794" cy="152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05025" y="1091800"/>
            <a:ext cx="4768632" cy="91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Dźwięk ustawienia - wynik </a:t>
            </a:r>
            <a:endParaRPr/>
          </a:p>
        </p:txBody>
      </p:sp>
      <p:pic>
        <p:nvPicPr>
          <p:cNvPr id="239" name="Google Shape;2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775" y="908550"/>
            <a:ext cx="2175650" cy="261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6850" y="908550"/>
            <a:ext cx="2065610" cy="353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6" y="908550"/>
            <a:ext cx="2207815" cy="353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24750" y="908550"/>
            <a:ext cx="2038002" cy="353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"/>
          <p:cNvSpPr txBox="1"/>
          <p:nvPr>
            <p:ph type="title"/>
          </p:nvPr>
        </p:nvSpPr>
        <p:spPr>
          <a:xfrm>
            <a:off x="1297500" y="393750"/>
            <a:ext cx="7038900" cy="5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Ustawienia graficzne (kod)</a:t>
            </a:r>
            <a:endParaRPr/>
          </a:p>
        </p:txBody>
      </p:sp>
      <p:pic>
        <p:nvPicPr>
          <p:cNvPr id="248" name="Google Shape;2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375" y="990450"/>
            <a:ext cx="3251126" cy="159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0800" y="990450"/>
            <a:ext cx="5468785" cy="225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370" y="3415850"/>
            <a:ext cx="4608726" cy="148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1771" y="3723688"/>
            <a:ext cx="3914775" cy="86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type="title"/>
          </p:nvPr>
        </p:nvSpPr>
        <p:spPr>
          <a:xfrm>
            <a:off x="1297500" y="156100"/>
            <a:ext cx="7038900" cy="5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Ustawienia graficzne - wynik </a:t>
            </a:r>
            <a:endParaRPr/>
          </a:p>
        </p:txBody>
      </p:sp>
      <p:pic>
        <p:nvPicPr>
          <p:cNvPr id="257" name="Google Shape;25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7688" y="156100"/>
            <a:ext cx="1918575" cy="231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5888" y="2571750"/>
            <a:ext cx="4117310" cy="2315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375" y="1239211"/>
            <a:ext cx="4753075" cy="2665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"/>
          <p:cNvSpPr txBox="1"/>
          <p:nvPr>
            <p:ph type="title"/>
          </p:nvPr>
        </p:nvSpPr>
        <p:spPr>
          <a:xfrm>
            <a:off x="1282075" y="2960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Animacje i ruch gracza </a:t>
            </a:r>
            <a:endParaRPr/>
          </a:p>
        </p:txBody>
      </p:sp>
      <p:sp>
        <p:nvSpPr>
          <p:cNvPr id="265" name="Google Shape;265;p29"/>
          <p:cNvSpPr txBox="1"/>
          <p:nvPr>
            <p:ph idx="1" type="body"/>
          </p:nvPr>
        </p:nvSpPr>
        <p:spPr>
          <a:xfrm>
            <a:off x="1052550" y="940050"/>
            <a:ext cx="7715100" cy="11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Mamy 7 różnych animacji gracza: Idle, Run, Walk, Jump, Fall, Hurt, Death.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Po naciśnięciu klawisza SHIFT gracz przechodzi w tryb sprint, w którym jest  1,7 razy szybszy.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9674" y="1781275"/>
            <a:ext cx="4687725" cy="308292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9"/>
          <p:cNvSpPr txBox="1"/>
          <p:nvPr/>
        </p:nvSpPr>
        <p:spPr>
          <a:xfrm>
            <a:off x="1052550" y="1781275"/>
            <a:ext cx="2373000" cy="29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Hierarchia wyświetlanych animacji gracza: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1.Death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2.Hurt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Jeśli w powietrzu: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3.Jump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4.Fall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Jeśli na ziemi: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Gdy gracz biegnie w prawo i nagle naciśnie lewo gra wyświetla animację obrotu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Else: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zależnie od velocity idle,run,walk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3000"/>
              <a:t>Spawn przeciwników </a:t>
            </a:r>
            <a:endParaRPr sz="3000"/>
          </a:p>
        </p:txBody>
      </p:sp>
      <p:sp>
        <p:nvSpPr>
          <p:cNvPr id="273" name="Google Shape;273;p30"/>
          <p:cNvSpPr txBox="1"/>
          <p:nvPr>
            <p:ph idx="1" type="body"/>
          </p:nvPr>
        </p:nvSpPr>
        <p:spPr>
          <a:xfrm>
            <a:off x="381950" y="1270450"/>
            <a:ext cx="7389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Gra posiada trzy typy wrogów: Szczur (słaby 1hp), Ochrona (średni 25hp), Egzamin (trudny 60hp).</a:t>
            </a:r>
            <a:br>
              <a:rPr lang="pl"/>
            </a:br>
            <a:r>
              <a:rPr lang="pl"/>
              <a:t>Gra losuje liczbę od 0 do 99 i wybiera który rodzaj przeciwnika stworzyć. Oprócz tego po 210 sekundach respi się boss, który zabija gracza przy dotknięciu i ma 3000 hp. Częstotliwość spawnowania wrogów rośnie z czasem od 1 wroga/s do 16/s.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Wyróżniamy 4 różne fale wrogów: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1 fala od początku gry: szczur 100%</a:t>
            </a:r>
            <a:br>
              <a:rPr lang="pl"/>
            </a:br>
            <a:r>
              <a:rPr lang="pl"/>
              <a:t>2 fala od 30 sekund: szczur 60%, ochrona 40%</a:t>
            </a:r>
            <a:br>
              <a:rPr lang="pl"/>
            </a:br>
            <a:r>
              <a:rPr lang="pl"/>
              <a:t>3 fala od 120 sekund: szczur 50%, ochrona 30%, egzamin 20%</a:t>
            </a:r>
            <a:br>
              <a:rPr lang="pl"/>
            </a:br>
            <a:r>
              <a:rPr lang="pl"/>
              <a:t>4 fala od 240 sekund: szczur 0%, ochrona 60%, egzamin 40%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5975" y="2200875"/>
            <a:ext cx="2895925" cy="251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945" y="3655475"/>
            <a:ext cx="5211049" cy="48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System Dropów kuli exp</a:t>
            </a:r>
            <a:endParaRPr/>
          </a:p>
        </p:txBody>
      </p:sp>
      <p:sp>
        <p:nvSpPr>
          <p:cNvPr id="281" name="Google Shape;281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Kulki doświadczenia pojawiają się w miejscu zmarłych wrogów. Z wszystkich wrogów kulka exp daje 10 punktów oprócz bossa który daje 10000 punktów.</a:t>
            </a:r>
            <a:br>
              <a:rPr lang="pl"/>
            </a:br>
            <a:r>
              <a:rPr lang="pl"/>
              <a:t>Zamiast kulki exp jest 0.2% szansy na wypadnięcie z każdego wroga magnesu, który po  zebraniu przyciąga wszystkie kulki XP z całej mapy przez 3 sekundy.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2" name="Google Shape;28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6725" y="3020873"/>
            <a:ext cx="518675" cy="51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1" title="exp_or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7500" y="2936925"/>
            <a:ext cx="1796325" cy="449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2725" y="2856300"/>
            <a:ext cx="3065050" cy="144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2"/>
          <p:cNvSpPr txBox="1"/>
          <p:nvPr>
            <p:ph type="title"/>
          </p:nvPr>
        </p:nvSpPr>
        <p:spPr>
          <a:xfrm>
            <a:off x="1256350" y="2946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Opisz wszystkich ulepszeń z Lvl upem</a:t>
            </a:r>
            <a:endParaRPr/>
          </a:p>
        </p:txBody>
      </p:sp>
      <p:sp>
        <p:nvSpPr>
          <p:cNvPr id="290" name="Google Shape;290;p32"/>
          <p:cNvSpPr txBox="1"/>
          <p:nvPr>
            <p:ph idx="1" type="body"/>
          </p:nvPr>
        </p:nvSpPr>
        <p:spPr>
          <a:xfrm>
            <a:off x="422700" y="1208725"/>
            <a:ext cx="4149300" cy="3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Gracz ma do wyboru 10 różnych broni o różnych statystykach: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1.Szalik: Atak poziomy</a:t>
            </a:r>
            <a:br>
              <a:rPr lang="pl"/>
            </a:br>
            <a:r>
              <a:rPr lang="pl"/>
              <a:t>2.</a:t>
            </a:r>
            <a:r>
              <a:rPr lang="pl"/>
              <a:t>Piwo AGH-owskie: Leci w najbliższego wroga</a:t>
            </a:r>
            <a:br>
              <a:rPr lang="pl"/>
            </a:br>
            <a:r>
              <a:rPr lang="pl"/>
              <a:t>3.Ołówek: Atak w kierunku patrzenia</a:t>
            </a:r>
            <a:br>
              <a:rPr lang="pl"/>
            </a:br>
            <a:r>
              <a:rPr lang="pl"/>
              <a:t>4.Krzesło: Atak po paraboli</a:t>
            </a:r>
            <a:br>
              <a:rPr lang="pl"/>
            </a:br>
            <a:r>
              <a:rPr lang="pl"/>
              <a:t>5.Banan: </a:t>
            </a:r>
            <a:r>
              <a:rPr lang="pl"/>
              <a:t>Leci w najbliższego wroga i zawraca</a:t>
            </a:r>
            <a:br>
              <a:rPr lang="pl"/>
            </a:br>
            <a:r>
              <a:rPr lang="pl"/>
              <a:t>6.Podręcznik do analizy: Orbituje wokół gracza</a:t>
            </a:r>
            <a:br>
              <a:rPr lang="pl"/>
            </a:br>
            <a:r>
              <a:rPr lang="pl"/>
              <a:t>7.Kawałki stali: Losowy kierunek lotu z dużym dmg</a:t>
            </a:r>
            <a:br>
              <a:rPr lang="pl"/>
            </a:br>
            <a:r>
              <a:rPr lang="pl"/>
              <a:t>8.Śmierdzący zapach: Aura zadająca DOT</a:t>
            </a:r>
            <a:br>
              <a:rPr lang="pl"/>
            </a:br>
            <a:r>
              <a:rPr lang="pl"/>
              <a:t>9.Fiolka z </a:t>
            </a:r>
            <a:r>
              <a:rPr lang="pl"/>
              <a:t>laboratorium: Pociski DOT</a:t>
            </a:r>
            <a:br>
              <a:rPr lang="pl"/>
            </a:br>
            <a:r>
              <a:rPr lang="pl"/>
              <a:t>10.Piorun: Losowe uderzenia w wrogów na ekranie</a:t>
            </a:r>
            <a:endParaRPr/>
          </a:p>
        </p:txBody>
      </p:sp>
      <p:sp>
        <p:nvSpPr>
          <p:cNvPr id="291" name="Google Shape;291;p32"/>
          <p:cNvSpPr txBox="1"/>
          <p:nvPr/>
        </p:nvSpPr>
        <p:spPr>
          <a:xfrm>
            <a:off x="4572000" y="1208725"/>
            <a:ext cx="4418700" cy="3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Gracz może wybrać jedno z 10 ulepszeń gdy uzyska LvlUp: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1.Maksymalne hp</a:t>
            </a:r>
            <a:b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2.Cooldown (szybkość pomiędzy strzałami)</a:t>
            </a:r>
            <a:b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3.Szybkość lecących pocisków</a:t>
            </a:r>
            <a:b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4.Obszar hitboxa pocisku</a:t>
            </a:r>
            <a:b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5.Długość życia pocisku na ekranie</a:t>
            </a:r>
            <a:b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6.Obrażenia</a:t>
            </a:r>
            <a:b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7.Regeneracja hp</a:t>
            </a:r>
            <a:b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8.Zasięg zbieranego expa</a:t>
            </a:r>
            <a:b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9.Redukcja obrażeń</a:t>
            </a:r>
            <a:b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10.Ilość wystrzeliwanych pocisków naraz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Kod odpowiedzialny za przeliczane statystyki</a:t>
            </a:r>
            <a:endParaRPr/>
          </a:p>
        </p:txBody>
      </p:sp>
      <p:pic>
        <p:nvPicPr>
          <p:cNvPr id="297" name="Google Shape;29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200" y="1307850"/>
            <a:ext cx="5203799" cy="275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2200" y="2571750"/>
            <a:ext cx="3253775" cy="204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8994" y="1307844"/>
            <a:ext cx="3296974" cy="102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3000"/>
              <a:t>Działanie wybranych broni i ich animacje oraz tekstury: </a:t>
            </a:r>
            <a:endParaRPr sz="3000"/>
          </a:p>
        </p:txBody>
      </p:sp>
      <p:sp>
        <p:nvSpPr>
          <p:cNvPr id="305" name="Google Shape;305;p34"/>
          <p:cNvSpPr txBox="1"/>
          <p:nvPr>
            <p:ph idx="1" type="body"/>
          </p:nvPr>
        </p:nvSpPr>
        <p:spPr>
          <a:xfrm>
            <a:off x="913800" y="3222325"/>
            <a:ext cx="2744400" cy="12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Musimy jeszcze oczywiście załadować jego tekturę oraz tworzymy piorun jako wektor.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Wektor </a:t>
            </a:r>
            <a:r>
              <a:rPr lang="pl"/>
              <a:t>ponieważ</a:t>
            </a:r>
            <a:r>
              <a:rPr lang="pl"/>
              <a:t> na raz może ich istnieć wiele i są niezależne.</a:t>
            </a:r>
            <a:endParaRPr/>
          </a:p>
        </p:txBody>
      </p:sp>
      <p:pic>
        <p:nvPicPr>
          <p:cNvPr id="306" name="Google Shape;306;p34" title="Zrzut ekranu 2026-01-20 1548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09200"/>
            <a:ext cx="4572000" cy="157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2650" y="1484238"/>
            <a:ext cx="4325875" cy="3077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5"/>
          <p:cNvSpPr txBox="1"/>
          <p:nvPr>
            <p:ph idx="1" type="body"/>
          </p:nvPr>
        </p:nvSpPr>
        <p:spPr>
          <a:xfrm>
            <a:off x="6073550" y="1567550"/>
            <a:ext cx="2262900" cy="13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Aktualizujemy naszą animacje zgodnie z dt (liczymy ile czasu minęło od ostatniej klatki) i wtedy zmieniamy klatkę tekstury.</a:t>
            </a:r>
            <a:endParaRPr/>
          </a:p>
        </p:txBody>
      </p:sp>
      <p:pic>
        <p:nvPicPr>
          <p:cNvPr id="313" name="Google Shape;31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0097"/>
            <a:ext cx="5763150" cy="344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5" title="pioru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63" y="3889548"/>
            <a:ext cx="8977276" cy="690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6"/>
          <p:cNvSpPr txBox="1"/>
          <p:nvPr>
            <p:ph idx="1" type="body"/>
          </p:nvPr>
        </p:nvSpPr>
        <p:spPr>
          <a:xfrm>
            <a:off x="1622900" y="287550"/>
            <a:ext cx="5838000" cy="6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2500"/>
              <a:t>Prezentacja działania piorunów:</a:t>
            </a:r>
            <a:endParaRPr sz="2500"/>
          </a:p>
        </p:txBody>
      </p:sp>
      <p:pic>
        <p:nvPicPr>
          <p:cNvPr id="320" name="Google Shape;320;p36" title="piero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6675" y="1261225"/>
            <a:ext cx="6740550" cy="34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7"/>
          <p:cNvSpPr txBox="1"/>
          <p:nvPr>
            <p:ph idx="1" type="body"/>
          </p:nvPr>
        </p:nvSpPr>
        <p:spPr>
          <a:xfrm>
            <a:off x="0" y="2683150"/>
            <a:ext cx="2192400" cy="14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Tutaj również </a:t>
            </a:r>
            <a:r>
              <a:rPr lang="pl"/>
              <a:t>śmierć</a:t>
            </a:r>
            <a:r>
              <a:rPr lang="pl"/>
              <a:t> wrogów polega na kolizji hitboxówa krzesła </a:t>
            </a:r>
            <a:r>
              <a:rPr lang="pl"/>
              <a:t>znikają</a:t>
            </a:r>
            <a:r>
              <a:rPr lang="pl"/>
              <a:t>.</a:t>
            </a:r>
            <a:endParaRPr/>
          </a:p>
        </p:txBody>
      </p:sp>
      <p:pic>
        <p:nvPicPr>
          <p:cNvPr id="326" name="Google Shape;32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1850"/>
            <a:ext cx="5779976" cy="210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9600" y="2683150"/>
            <a:ext cx="2192400" cy="21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2000" y="2607100"/>
            <a:ext cx="3652428" cy="2344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7"/>
          <p:cNvSpPr txBox="1"/>
          <p:nvPr/>
        </p:nvSpPr>
        <p:spPr>
          <a:xfrm>
            <a:off x="6449350" y="1532100"/>
            <a:ext cx="20433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Kolizje tu pokazane </a:t>
            </a: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są</a:t>
            </a: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w skrócie dalej </a:t>
            </a: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rozwijane</a:t>
            </a: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są</a:t>
            </a: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przypadki co </a:t>
            </a: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się</a:t>
            </a: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dzieje dla innych specjalnych broni.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2500">
                <a:latin typeface="Lato"/>
                <a:ea typeface="Lato"/>
                <a:cs typeface="Lato"/>
                <a:sym typeface="Lato"/>
              </a:rPr>
              <a:t>Prezentacja działania krzesła:</a:t>
            </a:r>
            <a:endParaRPr/>
          </a:p>
        </p:txBody>
      </p:sp>
      <p:pic>
        <p:nvPicPr>
          <p:cNvPr id="335" name="Google Shape;335;p38" title="krzesł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7500" y="1076900"/>
            <a:ext cx="6643225" cy="389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9"/>
          <p:cNvSpPr txBox="1"/>
          <p:nvPr>
            <p:ph type="title"/>
          </p:nvPr>
        </p:nvSpPr>
        <p:spPr>
          <a:xfrm>
            <a:off x="1297500" y="393750"/>
            <a:ext cx="54693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Statystyki gracza w menu pauzy</a:t>
            </a:r>
            <a:endParaRPr/>
          </a:p>
        </p:txBody>
      </p:sp>
      <p:sp>
        <p:nvSpPr>
          <p:cNvPr id="341" name="Google Shape;341;p39"/>
          <p:cNvSpPr txBox="1"/>
          <p:nvPr>
            <p:ph idx="1" type="body"/>
          </p:nvPr>
        </p:nvSpPr>
        <p:spPr>
          <a:xfrm>
            <a:off x="52775" y="1418375"/>
            <a:ext cx="53376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Pod klawiszem ESC można przejść do menu pauzy, w którym do wyboru są 2 opcje: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1.Restart gry: Gra wraca do wyboru broni i wszystkie timery i statystyki wracają do swoich początkowych wartości</a:t>
            </a:r>
            <a:br>
              <a:rPr lang="pl"/>
            </a:br>
            <a:r>
              <a:rPr lang="pl"/>
              <a:t>2.Menu główne: Pozwala wrócić do main menu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Dodatkowo po prawej stronie widnieje lista statystyk gracza z uwzględnieniem zabitych przeciwników i zebranych magnesów</a:t>
            </a:r>
            <a:endParaRPr/>
          </a:p>
        </p:txBody>
      </p:sp>
      <p:pic>
        <p:nvPicPr>
          <p:cNvPr id="342" name="Google Shape;34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3575" y="0"/>
            <a:ext cx="2130425" cy="3013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2875" y="2787775"/>
            <a:ext cx="4401125" cy="195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Inne przykładowe animacje  i textury :</a:t>
            </a:r>
            <a:endParaRPr/>
          </a:p>
        </p:txBody>
      </p:sp>
      <p:pic>
        <p:nvPicPr>
          <p:cNvPr id="349" name="Google Shape;349;p40" title="au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300" y="3826200"/>
            <a:ext cx="6586575" cy="131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40" title="egzami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9525" y="2912100"/>
            <a:ext cx="4570454" cy="9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0" title="hur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1375" y="1742688"/>
            <a:ext cx="7315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40" title="ksiazka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50957" y="2573441"/>
            <a:ext cx="1485568" cy="148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0" title="piw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33625" y="2657546"/>
            <a:ext cx="1317325" cy="131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40" title="kursor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72175" y="1165300"/>
            <a:ext cx="705700" cy="70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0" title="stal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73225" y="688788"/>
            <a:ext cx="1402150" cy="140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1"/>
          <p:cNvSpPr txBox="1"/>
          <p:nvPr>
            <p:ph type="title"/>
          </p:nvPr>
        </p:nvSpPr>
        <p:spPr>
          <a:xfrm>
            <a:off x="1297525" y="7812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3000"/>
              <a:t>Podział </a:t>
            </a:r>
            <a:r>
              <a:rPr lang="pl" sz="3000"/>
              <a:t>obowiązków:</a:t>
            </a:r>
            <a:endParaRPr sz="3000"/>
          </a:p>
        </p:txBody>
      </p:sp>
      <p:sp>
        <p:nvSpPr>
          <p:cNvPr id="361" name="Google Shape;361;p41"/>
          <p:cNvSpPr txBox="1"/>
          <p:nvPr>
            <p:ph idx="1" type="body"/>
          </p:nvPr>
        </p:nvSpPr>
        <p:spPr>
          <a:xfrm>
            <a:off x="1153475" y="1541825"/>
            <a:ext cx="7436100" cy="29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Przemysław Jach - menu wyboru broni, pauza ze statystykami , spawn przeciwników, kolizje, boss, system lvlup, sterowanie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Michał Imiołek - działanie broni, animacje oraz tekstury (uwzględniając rysowanie)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Jan Kowalik - sterowanie, menu ustawień gracza (ustawienia sterowania, graficzne i dźwięku)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Prezentacja gry!</a:t>
            </a:r>
            <a:endParaRPr/>
          </a:p>
        </p:txBody>
      </p:sp>
      <p:sp>
        <p:nvSpPr>
          <p:cNvPr id="367" name="Google Shape;367;p4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